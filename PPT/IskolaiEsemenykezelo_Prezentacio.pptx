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12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3799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1887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Iskolai Eseménykezelő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94360" y="23317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Forms + MySQL alkalmazás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4360" y="2971800"/>
            <a:ext cx="411480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3200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· .NET Framework · MySQL · BCrypt · 202</a:t>
            </a:r>
            <a:r>
              <a:rPr lang="hu-HU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0" y="2926080"/>
            <a:ext cx="2011680" cy="2011680"/>
          </a:xfrm>
          <a:prstGeom prst="ellipse">
            <a:avLst/>
          </a:prstGeom>
          <a:solidFill>
            <a:srgbClr val="CADCFC">
              <a:alpha val="12000"/>
            </a:srgbClr>
          </a:solidFill>
          <a:ln w="12700">
            <a:solidFill>
              <a:srgbClr val="CADCFC">
                <a:alpha val="12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 áttekintés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7432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27432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3258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38912" y="1828800"/>
            <a:ext cx="2423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Iskolai események nyilvántartása, kezelése és a diákok regisztrációjának menedzselése egy integrált asztali alkalmazásban.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143000"/>
            <a:ext cx="27432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143000"/>
            <a:ext cx="27432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10712" y="13258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Technológia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10712" y="1828800"/>
            <a:ext cx="2423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Windows Forms, MySQL adatbázis, BCrypt jelszótitkosítás, MySql.Data NuGet csomag.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143000"/>
            <a:ext cx="27432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143000"/>
            <a:ext cx="27432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3258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Felhasználók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82512" y="1828800"/>
            <a:ext cx="2423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Két szerepkör: normál felhasználó (diák) és adminisztrátor (tanár), eltérő jogosultságokkal.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Adatbázis struktúra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283464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97280"/>
            <a:ext cx="2834640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1556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38328" y="1664208"/>
            <a:ext cx="2606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(INT, PK)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(VARCHAR)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 (VARCHAR, BCrypt)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 (VARCHAR)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ImgNumber (VARCHAR)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AdminE (BOOLEAN)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EventId (INT, FK)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83464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097280"/>
            <a:ext cx="283464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11556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01568" y="1664208"/>
            <a:ext cx="2606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(INT, PK)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(VARCHAR)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 (TEXT)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Datetol (DATETIME)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Dateig (DATETIME)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 (VARCHAR)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Important (BOOLEAN)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Wheres (VARCHAR)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55080" y="1097280"/>
            <a:ext cx="26290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55080" y="1097280"/>
            <a:ext cx="2629060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11556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64808" y="1664208"/>
            <a:ext cx="2606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(INT, PK)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(VARCHAR)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 (VARCHAR)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 (VARCHAR)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ImgNumber (VARCHAR)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AdminE (BOOLEAN)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Főbb funkciók – Felhasználói oldal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605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64008" cy="1737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16128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Regisztráció &amp; Bejelentkezés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8912" y="160020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Új felhasználó regisztrálhat, profilképet választhat. Bejelentkezésnél BCrypt hash-sel ellenőrzi a jelszót.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051560"/>
            <a:ext cx="41605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051560"/>
            <a:ext cx="64008" cy="1737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73752" y="116128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Események megtekintése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73752" y="160020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főoldalon DataGridView-ban listázza az összes eseményt. Szűrés névkeresővel és kategória szerinti kombinált szűrővel.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063240"/>
            <a:ext cx="41605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063240"/>
            <a:ext cx="64008" cy="1737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31729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Esemény részletek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8912" y="361188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Kattintásra megnyílik az Esemény_adatai ablak: dátum, helyszín, kategória, leírás. Profilkép kör alakban jelenik meg.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3063240"/>
            <a:ext cx="41605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3063240"/>
            <a:ext cx="64008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73752" y="31729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Jelentkezés &amp; Lemondás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73752" y="361188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Egyszerre csak 1 eseményre lehet jelentkezni. Az EventId a users táblában kerül frissítésre. Lemondáskor NULL-ra áll vissza.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felület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605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7043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 Admin műveletek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664208"/>
            <a:ext cx="38404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Új esemény létrehozása (INSERT INTO eventt)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Meglévő esemény módosítása (UPDATE)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Esemény törlése megerősítő dialógussal (DELETE)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Szűrés kategória és dátum szerint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Névkeresős szűrő a DataGridView-ban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Bejövő regisztrációk kezelése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animált ADMIN felirat a felületen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051560"/>
            <a:ext cx="41605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64608" y="117043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Regisztrációk kezelése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64608" y="1664208"/>
            <a:ext cx="38404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Új felhasználók a Regist táblába kerülnek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elfogadja → átmásolódik a Users táblába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elutasítja → törlődik a Regist táblából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Jelszó BCrypt-tel titkosítva tárolódik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AdminE mező jelzi a jogosultság szintjét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Kódminőség &amp; kiemelkedő megoldások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605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64008" cy="1737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16128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Biztonság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8912" y="160020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BCrypt.Net könyvtárral hash-elt jelszótárolás. Paraméteres SQL lekérdezések (SQL Injection védelem). Külön Regist tábla – admin jóváhagyás nélkül nem kerül a rendszerbe.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1051560"/>
            <a:ext cx="41605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051560"/>
            <a:ext cx="64008" cy="1737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73752" y="116128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UI megoldások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73752" y="160020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Kör alakú profilkép GraphicsPath segítségével. RGB animált szöveg Timer-rel (2ms tick). Sötét téma konzisztensen végig az applikáción.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3063240"/>
            <a:ext cx="41605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063240"/>
            <a:ext cx="64008" cy="1737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31729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Adatkezelés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8912" y="361188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blokkok biztonságos kapcsolatkezeléshez. MySqlDataReader soronkénti olvasása. Static listák (szovegek, nevek, esemenyIdk) képernyők közötti adatátadáshoz.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09160" y="3063240"/>
            <a:ext cx="41605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3063240"/>
            <a:ext cx="64008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73752" y="31729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 Architektúra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73752" y="361188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class Designer/Code szétválasztás. Static változók űrlapok közötti kommunikációhoz. Több Form: Form1, admin, Esemeny_adatai, Esemeny_Letrehozasa, Modosit_Admin_, elfogadcs.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2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029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Összefoglalás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23444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Teljes bejelentkezési rendszer BCrypt titkosítással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17190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Kétszintű jogosultság: felhasználó és adminisztrátor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219760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Eseményre való jelentkezés és lemondás adatbázis-szinten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800" y="266090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Admin jóváhagyásos regisztráció munkafolyamat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" y="313944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Dinamikus szűrés és keresés a listanézetekben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94360" y="44805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Köszön</a:t>
            </a:r>
            <a:r>
              <a:rPr lang="hu-HU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jük</a:t>
            </a: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figyelmet!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0" y="3200400"/>
            <a:ext cx="1828800" cy="1828800"/>
          </a:xfrm>
          <a:prstGeom prst="ellipse">
            <a:avLst/>
          </a:prstGeom>
          <a:solidFill>
            <a:srgbClr val="CADCFC">
              <a:alpha val="10000"/>
            </a:srgbClr>
          </a:solidFill>
          <a:ln w="12700">
            <a:solidFill>
              <a:srgbClr val="CADCFC">
                <a:alpha val="1000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502</Words>
  <Application>Microsoft Office PowerPoint</Application>
  <PresentationFormat>Diavetítés a képernyőre (16:9 oldalarány)</PresentationFormat>
  <Paragraphs>82</Paragraphs>
  <Slides>7</Slides>
  <Notes>7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Iskolai Eseménykezelő – Vizsgaremek</dc:title>
  <dc:subject>PptxGenJS Presentation</dc:subject>
  <dc:creator>PptxGenJS</dc:creator>
  <cp:lastModifiedBy>Lázár Kevin</cp:lastModifiedBy>
  <cp:revision>4</cp:revision>
  <dcterms:created xsi:type="dcterms:W3CDTF">2026-04-24T10:34:50Z</dcterms:created>
  <dcterms:modified xsi:type="dcterms:W3CDTF">2026-04-27T05:58:56Z</dcterms:modified>
</cp:coreProperties>
</file>