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Iskolai Eseménykezelő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" y="23317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+ MySQL alkalmazás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971800"/>
            <a:ext cx="41148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.NET Framework · MySQL · BCrypt ·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áttekintés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" y="18288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Iskolai események nyilvántartása, kezelése és a diákok regisztrációjának menedzselése egy integrált asztali alkalmazásban.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4300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10712" y="18288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Windows Forms, MySQL adatbázis, BCrypt jelszótitkosítás, MySql.Data NuGet csomag.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4300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2512" y="1828800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szerepkör: normál felhasználó (diák) és adminisztrátor (tanár), eltérő jogosultságokkal.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 struktúra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834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83464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38328" y="1664208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(INT,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(VARCHAR, BCrypt)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ImgNumber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AdminE (BOOLEAN)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EventId (INT, FK)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834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8346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155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01568" y="1664208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(INT,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 (TEXT)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Datetol (DATETIME)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Dateig (DATETIME)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Important (BOOLEAN)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Wheres (VARCHAR)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097280"/>
            <a:ext cx="28346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097280"/>
            <a:ext cx="28346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155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1664208"/>
            <a:ext cx="2606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(INT, PK)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ImgNumber (VARCHAR)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AdminE (BOOLEAN)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B82F6"/>
                </a:solidFill>
              </a:rPr>
              <a:t>users.EventId  →  eventt.Id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Főbb funkciók – Felhasználói oldal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61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Regisztráció &amp; Bejelentkezés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felhasználó regisztrálhat, profilképet választhat. Bejelentkezésnél BCrypt hash-sel ellenőrzi a jelszót.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161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Események megtekintése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73752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főoldalon DataGridView-ban listázza az összes eseményt. Szűrés névkeresővel és kategória szerinti kombinált szűrővel.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72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Esemény részletek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" y="36118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Kattintásra megnyílik az Esemény_adatai ablak: dátum, helyszín, kategória, leírás. Profilkép kör alakban jelenik meg.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632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3172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Jelentkezés &amp; Lemondás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73752" y="36118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Egyszerre csak 1 eseményre lehet jelentkezni. Az EventId a users táblában kerül frissítésre. Lemondáskor NULL-ra áll vissza.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felület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Admin műveletek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esemény létrehozása (INSERT INTO eventt)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Meglévő esemény módosítása (UPDATE)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Esemény törlése megerősítő dialógussal (DELETE)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Szűrés kategória és dátum szerint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Névkeresős szűrő a DataGridView-ban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Bejövő regisztrációk kezelése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animált ADMIN felirat a felületen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Regisztrációk kezelése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64608" y="166420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felhasználók a Regist táblába kerülnek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elfogadja → átmásolódik a Users táblába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elutasítja → törlődik a Regist táblából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Jelszó BCrypt-tel titkosítva tárolódik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AdminE mező jelzi a jogosultság szintjét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Kódminőség &amp; kiemelkedő megoldások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737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61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Biztonság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BCrypt.Net könyvtárral hash-elt jelszótárolás. Paraméteres SQL lekérdezések (SQL Injection védelem). Külön Regist tábla – admin jóváhagyás nélkül nem kerül a rendszerbe.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161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UI megoldások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73752" y="16002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 alakú profilkép GraphicsPath segítségével. RGB animált szöveg Timer-rel (2ms tick). Sötét téma konzisztensen végig az applikáción.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72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Adatkezelés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" y="36118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blokkok biztonságos kapcsolatkezeléshez. MySqlDataReader soronkénti olvasása. Static listák (szovegek, nevek, esemenyIdk) képernyők közötti adatátadáshoz.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632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31729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Architektúra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73752" y="36118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class Designer/Code szétválasztás. Static változók űrlapok közötti kommunikációhoz. Több Form: Form1, admin, Esemeny_adatai, Esemeny_Letrehozasa, Modosit_Admin_, elfogadcs.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Teljes bejelentkezési rendszer BCrypt titkosítással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170992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CRUD műveletek eseményekre (létrehozás, olvasás, módosítás, törlés)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18541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Kétszintű jogosultság: felhasználó és adminisztrátor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6609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Eseményre való jelentkezés és lemondás adatbázis-szinten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13639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 jóváhagyásos regisztráció munkafolyamat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Dinamikus szűrés és keresés a listanézetekben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4480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Köszönöm a figyelmet!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Iskolai Eseménykezelő – Vizsgaremek</dc:title>
  <dc:subject>PptxGenJS Presentation</dc:subject>
  <dc:creator>PptxGenJS</dc:creator>
  <cp:lastModifiedBy>PptxGenJS</cp:lastModifiedBy>
  <cp:revision>1</cp:revision>
  <dcterms:created xsi:type="dcterms:W3CDTF">2026-04-24T10:34:50Z</dcterms:created>
  <dcterms:modified xsi:type="dcterms:W3CDTF">2026-04-24T10:34:50Z</dcterms:modified>
</cp:coreProperties>
</file>